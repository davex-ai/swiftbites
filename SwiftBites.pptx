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1" autoAdjust="0"/>
    <p:restoredTop sz="94660"/>
  </p:normalViewPr>
  <p:slideViewPr>
    <p:cSldViewPr snapToGrid="0">
      <p:cViewPr varScale="1">
        <p:scale>
          <a:sx n="79" d="100"/>
          <a:sy n="79" d="100"/>
        </p:scale>
        <p:origin x="40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BE3C1-DBE1-495D-B57B-2849774B866A}" type="datetimeFigureOut">
              <a:rPr lang="en-US" dirty="0"/>
              <a:t>1/15/2026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42F4-6EEF-4EF7-8ED4-2208F0F89A08}" type="datetimeFigureOut">
              <a:rPr lang="en-US" dirty="0"/>
              <a:t>1/15/2026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78ACC-22D6-47C1-A373-4FD133E34F3C}" type="datetimeFigureOut">
              <a:rPr lang="en-US" dirty="0"/>
              <a:t>1/15/2026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A6C69-6797-4E8A-BF37-F2C3751466E9}" type="datetimeFigureOut">
              <a:rPr lang="en-US" dirty="0"/>
              <a:t>1/15/2026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014A1-A632-4878-A0D3-F52BA7563730}" type="datetimeFigureOut">
              <a:rPr lang="en-US" dirty="0"/>
              <a:t>1/15/2026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9F462-093F-4566-844B-4C71F2739DA5}" type="datetimeFigureOut">
              <a:rPr lang="en-US" dirty="0"/>
              <a:t>1/15/2026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4A7AC-904D-4781-85BA-7D10C17ED021}" type="datetimeFigureOut">
              <a:rPr lang="en-US" dirty="0"/>
              <a:t>1/15/2026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1444B-B92B-4E27-8C94-BB93EAF5CB18}" type="datetimeFigureOut">
              <a:rPr lang="en-US" dirty="0"/>
              <a:t>1/15/2026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EFA5E-FA76-400D-B3DC-F0BA90E6D107}" type="datetimeFigureOut">
              <a:rPr lang="en-US" dirty="0"/>
              <a:t>1/15/2026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C117F-5CCF-4837-BE5F-2B92066CAFAF}" type="datetimeFigureOut">
              <a:rPr lang="en-US" dirty="0"/>
              <a:t>1/15/2026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B90BD-B6CE-46B7-997F-7313B992CCDC}" type="datetimeFigureOut">
              <a:rPr lang="en-US" dirty="0"/>
              <a:t>1/15/2026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9D11F-B188-461D-B23F-39381795C052}" type="datetimeFigureOut">
              <a:rPr lang="en-US" dirty="0"/>
              <a:t>1/15/2026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6D8D9-55A2-4063-B0F3-121F44549695}" type="datetimeFigureOut">
              <a:rPr lang="en-US" dirty="0"/>
              <a:t>1/15/2026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24536-994D-4021-A283-9F449C0DB509}" type="datetimeFigureOut">
              <a:rPr lang="en-US" dirty="0"/>
              <a:t>1/15/2026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BBB78-C96F-47B7-AB17-D852CA960AC9}" type="datetimeFigureOut">
              <a:rPr lang="en-US" dirty="0"/>
              <a:t>1/15/2026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3F48C-C7C6-4055-9F49-3777875E72AE}" type="datetimeFigureOut">
              <a:rPr lang="en-US" dirty="0"/>
              <a:t>1/15/2026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6178E61D-D431-422C-9764-11DAFE33AB63}" type="datetimeFigureOut">
              <a:rPr lang="en-US" dirty="0"/>
              <a:t>1/15/2026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6E9DEC-419B-4CC5-A080-3B06BD5A8291}" type="datetimeFigureOut">
              <a:rPr lang="en-US" dirty="0"/>
              <a:t>1/15/2026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swift-bites-ecommerce.vercel.app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SwiftBites</a:t>
            </a:r>
            <a:endParaRPr lang="en-US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By Dave </a:t>
            </a:r>
          </a:p>
          <a:p>
            <a:r>
              <a:rPr lang="en-US" dirty="0" smtClean="0"/>
              <a:t>React Project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44793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 smtClean="0"/>
              <a:t>SwiftBites</a:t>
            </a:r>
            <a:r>
              <a:rPr lang="en-US" dirty="0" smtClean="0"/>
              <a:t> is a Ecommerce websites. Built mainly for consumers to have </a:t>
            </a:r>
            <a:r>
              <a:rPr lang="en-US" b="1" u="sng" dirty="0" smtClean="0">
                <a:solidFill>
                  <a:schemeClr val="bg2">
                    <a:lumMod val="75000"/>
                  </a:schemeClr>
                </a:solidFill>
              </a:rPr>
              <a:t>swift</a:t>
            </a:r>
            <a:r>
              <a:rPr lang="en-US" dirty="0" smtClean="0"/>
              <a:t> and seamless access to food online. </a:t>
            </a:r>
            <a:r>
              <a:rPr lang="en-US" dirty="0" err="1" smtClean="0"/>
              <a:t>SwiftBites</a:t>
            </a:r>
            <a:r>
              <a:rPr lang="en-US" dirty="0" smtClean="0"/>
              <a:t> offers food in different categories including: Fruits, Beverages, Vegetables </a:t>
            </a:r>
            <a:r>
              <a:rPr lang="en-US" dirty="0" err="1" smtClean="0"/>
              <a:t>e.t.c</a:t>
            </a:r>
            <a:r>
              <a:rPr lang="en-US" dirty="0" smtClean="0"/>
              <a:t>. With a unique UI </a:t>
            </a:r>
            <a:r>
              <a:rPr lang="en-US" dirty="0" err="1" smtClean="0"/>
              <a:t>SwiftBites</a:t>
            </a:r>
            <a:r>
              <a:rPr lang="en-US" dirty="0" smtClean="0"/>
              <a:t> gives user a better experience overall. It also adapts to the specific requirements of the projects using toast for notifications amongst other things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4016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Features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Login &amp; Register Flow</a:t>
            </a:r>
          </a:p>
          <a:p>
            <a:r>
              <a:rPr lang="en-US" dirty="0" err="1" smtClean="0"/>
              <a:t>WishList</a:t>
            </a:r>
            <a:r>
              <a:rPr lang="en-US" dirty="0" smtClean="0"/>
              <a:t> Page</a:t>
            </a:r>
          </a:p>
          <a:p>
            <a:r>
              <a:rPr lang="en-US" dirty="0" smtClean="0"/>
              <a:t>Order &amp; Checkout Pages Respectively</a:t>
            </a:r>
          </a:p>
          <a:p>
            <a:r>
              <a:rPr lang="en-US" dirty="0" smtClean="0"/>
              <a:t>Cart Page</a:t>
            </a:r>
          </a:p>
          <a:p>
            <a:r>
              <a:rPr lang="en-US" dirty="0" err="1" smtClean="0"/>
              <a:t>SwiftBites</a:t>
            </a:r>
            <a:r>
              <a:rPr lang="en-US" dirty="0" smtClean="0"/>
              <a:t> gives users access to amount of a particular stock to persuade users to order immediately.</a:t>
            </a:r>
          </a:p>
          <a:p>
            <a:r>
              <a:rPr lang="en-US" dirty="0" smtClean="0"/>
              <a:t>Admin Flow: for admin to mark user to mark order and paid, delivered, </a:t>
            </a:r>
            <a:r>
              <a:rPr lang="en-US" dirty="0"/>
              <a:t>s</a:t>
            </a:r>
            <a:r>
              <a:rPr lang="en-US" dirty="0" smtClean="0"/>
              <a:t>hipping etc.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33927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Tools Used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React Toast for notifications</a:t>
            </a:r>
          </a:p>
          <a:p>
            <a:r>
              <a:rPr lang="en-US" dirty="0" smtClean="0"/>
              <a:t>MongoDB for Database</a:t>
            </a:r>
          </a:p>
          <a:p>
            <a:r>
              <a:rPr lang="en-US" dirty="0" smtClean="0"/>
              <a:t>JWT for authentication</a:t>
            </a:r>
          </a:p>
          <a:p>
            <a:r>
              <a:rPr lang="en-US" dirty="0" err="1" smtClean="0"/>
              <a:t>Axios</a:t>
            </a:r>
            <a:r>
              <a:rPr lang="en-US" dirty="0" smtClean="0"/>
              <a:t> for easy fetching of information</a:t>
            </a:r>
          </a:p>
          <a:p>
            <a:r>
              <a:rPr lang="en-US" dirty="0" smtClean="0"/>
              <a:t>Backend Deployed on Render</a:t>
            </a:r>
          </a:p>
          <a:p>
            <a:r>
              <a:rPr lang="en-US" dirty="0" smtClean="0"/>
              <a:t>Frontend available at </a:t>
            </a:r>
            <a:r>
              <a:rPr lang="en-US" dirty="0" err="1" smtClean="0">
                <a:hlinkClick r:id="rId2"/>
              </a:rPr>
              <a:t>SwiftBites</a:t>
            </a:r>
            <a:r>
              <a:rPr lang="en-US" dirty="0" smtClean="0">
                <a:hlinkClick r:id="rId2"/>
              </a:rPr>
              <a:t>-Frontend</a:t>
            </a:r>
            <a:endParaRPr lang="en-US" dirty="0" smtClean="0"/>
          </a:p>
          <a:p>
            <a:r>
              <a:rPr lang="en-US" dirty="0" err="1" smtClean="0"/>
              <a:t>TailWind</a:t>
            </a:r>
            <a:r>
              <a:rPr lang="en-US" dirty="0" smtClean="0"/>
              <a:t> for Styling</a:t>
            </a:r>
          </a:p>
          <a:p>
            <a:r>
              <a:rPr lang="en-US" dirty="0" smtClean="0"/>
              <a:t>React Icons for Icons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6180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THANK YOU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2412194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24</TotalTime>
  <Words>155</Words>
  <Application>Microsoft Office PowerPoint</Application>
  <PresentationFormat>Widescreen</PresentationFormat>
  <Paragraphs>22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Trebuchet MS</vt:lpstr>
      <vt:lpstr>Berlin</vt:lpstr>
      <vt:lpstr>SwiftBites</vt:lpstr>
      <vt:lpstr>Intro</vt:lpstr>
      <vt:lpstr>Features</vt:lpstr>
      <vt:lpstr>Tools Used </vt:lpstr>
      <vt:lpstr>THANK YOU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SwiftBites</dc:title>
  <dc:creator>DELL</dc:creator>
  <cp:lastModifiedBy>DELL</cp:lastModifiedBy>
  <cp:revision>3</cp:revision>
  <dcterms:created xsi:type="dcterms:W3CDTF">2026-01-15T20:19:07Z</dcterms:created>
  <dcterms:modified xsi:type="dcterms:W3CDTF">2026-01-15T20:43:42Z</dcterms:modified>
</cp:coreProperties>
</file>